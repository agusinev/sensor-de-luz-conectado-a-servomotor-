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7432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914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Destilador Solar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Automático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2606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tecnológica para la escasez de agua potable en Arica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3200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 Lombardi  ·  Agustín Bratti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Escasez de Agua en Arica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3716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23444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0F8FB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640080" cy="640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2194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1mm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365760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lluvia anual promedio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Arica es uno de los lugares más áridos del mundo, con precipitaciones casi nulas.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00400" y="123444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0F8FB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46304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00400" y="2194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200" dirty="0"/>
          </a:p>
        </p:txBody>
      </p:sp>
      <p:sp>
        <p:nvSpPr>
          <p:cNvPr id="13" name="Text 8"/>
          <p:cNvSpPr/>
          <p:nvPr/>
        </p:nvSpPr>
        <p:spPr>
          <a:xfrm>
            <a:off x="3200400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hídrico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33756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región enfrenta un déficit crítico de agua potable que afecta a miles de familias.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035040" y="123444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0F8FB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463040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35040" y="2194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340</a:t>
            </a:r>
            <a:endParaRPr lang="en-US" sz="3200" dirty="0"/>
          </a:p>
        </p:txBody>
      </p:sp>
      <p:sp>
        <p:nvSpPr>
          <p:cNvPr id="18" name="Text 12"/>
          <p:cNvSpPr/>
          <p:nvPr/>
        </p:nvSpPr>
        <p:spPr>
          <a:xfrm>
            <a:off x="6035040" y="2788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sol al año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17220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radiación solar disponible como recurso energético gratuito y renovable.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Nuestra Solución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Destilador Solar con Seguimiento Automático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1C7293">
              <a:alpha val="5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destilador solar convierte agua salada o contaminada en agua potable usando la energía del sol. Nuestro sistema incorpora sensores LDR y un servo motor para seguir automáticamente la trayectoria solar, maximizando la eficiencia de destilación durante todo el día.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 de mar o contaminada ingresa al sistema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95728" y="3630168"/>
            <a:ext cx="9144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256032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1460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Evaporación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06040" y="3611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sol calienta el agua bajo el panel de vidrio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44568" y="3630168"/>
            <a:ext cx="9144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56032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6344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Condensación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611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vapor se condensa en agua destilada pura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93408" y="3630168"/>
            <a:ext cx="9144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256032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12280" y="3200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Recolección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3611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 potable limpia lista para consumir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del Sistema de Control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887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0F8FB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 ESP8266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234440" y="1783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Cerebro del sistema. Procesa datos de sensores y controla el movimiento. Conectividad WiFi integrada para monitoreo remoto.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754880" y="11887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0F8FB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69164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2356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GS-3630BB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623560" y="1783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alta precisión que rota la plataforma del destilador para seguir la posición óptima del sol durante el día.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365760" y="31089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0F8FB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11880"/>
            <a:ext cx="548640" cy="548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291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LDR x2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1234440" y="3703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Detectan la intensidad de luz en ambos lados. La diferencia entre ellos indica hacia dónde debe girar el sistema.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754880" y="31089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0F8FB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611880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623560" y="3291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por WiFi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5623560" y="3703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NodeMCU expone una API HTTP accesible por IP local, permitiendo monitorear LDR1, LDR2 y ángulo en tiempo real.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del Proyecto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12801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+35%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6576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eficiencia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destilador fijo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0" y="12801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180°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20040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de rotación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0040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preciso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5040" y="12801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03504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API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3504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WiFi por IP local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del sistema:</a:t>
            </a:r>
            <a:endParaRPr lang="en-US" sz="15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429000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" y="34015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solar automático funcional con dos sensores LDR y servo motor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813048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31520" y="37856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Serial estable entre Arduino Uno y NodeMCU ESP8266</a:t>
            </a:r>
            <a:endParaRPr lang="en-US" sz="1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197096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" y="416966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accesible por IP WiFi local con datos en tiempo real (LDR1, LDR2, ángulo)</a:t>
            </a:r>
            <a:endParaRPr lang="en-US" sz="12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581144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1520" y="45537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autónomo que no requiere intervención manual durante operación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1C7293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9786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 técnica comprobada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490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seguimiento solar automático funciona correctamente, integrando hardware y software de forma eficiente.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1C7293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social real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38658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aborda directamente el problema de escasez hídrica en Arica, aprovechando el recurso solar abundante de la región.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35224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1C7293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900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28269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modular permite ampliar el sistema a múltiples unidades conectadas en red para mayor producción de agua.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31336"/>
            <a:ext cx="8229600" cy="804672"/>
          </a:xfrm>
          <a:prstGeom prst="roundRect">
            <a:avLst>
              <a:gd name="adj" fmla="val 9091"/>
            </a:avLst>
          </a:prstGeom>
          <a:solidFill>
            <a:srgbClr val="1C7293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886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accesible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17880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 bajo costo (Arduino, NodeMCU, sensores LDR) hacen la solución replicable en comunidades con recursos limitados.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 Lombardi  ·  Agustín Bratti  · 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Destilador Solar Automático - Arica</dc:title>
  <dc:subject>PptxGenJS Presentation</dc:subject>
  <dc:creator>PptxGenJS</dc:creator>
  <cp:lastModifiedBy>PptxGenJS</cp:lastModifiedBy>
  <cp:revision>1</cp:revision>
  <dcterms:created xsi:type="dcterms:W3CDTF">2026-06-25T19:30:15Z</dcterms:created>
  <dcterms:modified xsi:type="dcterms:W3CDTF">2026-06-25T19:30:15Z</dcterms:modified>
</cp:coreProperties>
</file>